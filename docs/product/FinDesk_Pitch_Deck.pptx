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FinDesk: autonomous bookkeeping + cash command for Indian SMEs. Tagline is the thesis: books are the input, defended cash is the output. Chips preview the three-part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structural: the law exists but enforcement is socially expensive for suppliers, and buyers' penalty (43B(h)) is invisible until audit. Sources: MSMED Act text; CMAI figures and de-registration numbers as reported in Business Standard / Moneylife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why-now is regulatory + market-structure + cost curve. 43B(h) creates buyer-side demand; TReDS mandate makes receivables liquid; LLM cost collapse makes the agent viable at SME price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A earns trust (explainable books); Module B spends that trust on cash decisions. Emphasize: one statutory engine pointed both directions — that's the slide-5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differentiated insight from our market stress-test: the 43B(h) backlash proved supplier-side enforcement is socially expensive, so we repositioned — supplier side gets quiet telemetry, buyer side gets a legally-motivated compliance shield. Same deterministic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on this slide is reproducible from the repo. The integration honesty is deliberate — technical judges find inflated integration claims in minutes, and the AA/FIU gate is a fact of RBI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CredFlow proves the chase channel; Suvit proves CA-firm distribution; TallyPrime proves buyer-side compliance demand. Our combination — statutory engine both ways + agentic provenance-backed books — is the unclaimed loop. Honest N3: components exist, the combination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 story for a finance product: recommend-only by construction, maker-checker approval flow, deterministic math. Contrast with prompt-engineered 'safety' that one jailbreak removes.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logic: prove value file-first (works now), win distribution through CAs (proven channel), then land the regulated rails (AA needs an FIU partner — a BD problem, budgeted as 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demo path — it exercises every claim made in the deck. Offer the crucible stress-test doc as evidence of how we pressure-test our own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AUTONOMOUS CFO · INDIAN SMES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FinDesk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just close your books. </a:t>
            </a:r>
            <a:pPr indent="0" marL="0">
              <a:buNone/>
            </a:pPr>
            <a:r>
              <a:rPr lang="en-US" sz="20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defends your cash.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57200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 that explain themselves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04488" y="45720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457200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statutory cash telemetry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42048" y="45720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457200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approval-gated actions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2026 · working software — every claim in this deck matches the repo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SMEs die of receivables, not of losses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days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STATUTORY LIMIT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77977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MSMED Act §15: buyers must pay MSEs within 45 days of acceptance. Reality routinely runs 60–120.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836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rate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25420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OWED ON BREACH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77977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§16: compound interest at three times the RBI bank rate, monthly rests — owed, rarely claimed.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02152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88366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₹5–7k cr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66760" y="254203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SECTOR, ONE QUARTER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66760" y="277977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losses reported by apparel MSMEs (CMAI) when buyers fled the 45-day rule — as reported, 2024.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law alone didn't fix 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are afraid to enforce — demanding statutory interest can cost the customer relationship. Press reports 40,000+ MSMEs de-registering to stay attractive to buyers.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face a real penalty they can't see — income-tax §43B(h) defers the expense deduction on any MSE bill unpaid past the deadline. Most discover it at audit time.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to act on either side sits in Tally, bank statements and spreadsheets — unjoined, unwatched, and nobody's job.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clocks started ticking at once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9659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§43B(h) in force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30428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payment to MSEs now moves the buyer's own tax bill — compliance demand exists for the first time, on the side that has money.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2024–25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TReDS mandate widens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72160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Corporates above ₹250 crore turnover must onboard TReDS — receivables became financeable at auction rates for far more suppliers.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28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4800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economics flip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513892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cost collapsed while structured-output reliability rose — an always-on bookkeeping agent is now cheaper than one hour of a part-time accountant.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of these existed together in 2022. All three are permanent.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modules, one statutory engine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books that explain themselves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+ Tally ingestion through one normalized pipeline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TDS-aware reconciliation — ₹44,100 against a ₹45,000 invoice is a match with a reason, not an exception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+ conflict detection with human decision queues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answers “Why?” — provenance chain to the source 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cash command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45-day interest telemetry on receivables — leverage you hold, letters only when you choose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Payables Shield: your own 43B(h) exposure, per MSE bill, before FY-end makes it permanent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13-week forecast with per-client dispersion bands, scenario sandbox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TReDS-aware working-capital options + credit-ready data room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deterministic §15/§16 engine under both — computed in integer paise, never by an LLM.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45-day clock both ways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 — telemetry, not threats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fear enforcement, so FinDesk holds the leverage quietly: interest accrues on a visible meter, Act-referencing letters and Samadhaan filings stay drafted-and-ready. Nothing sends without approval. The number strengthens every negotiation it never has to enter.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Payables — the side with legal compulsion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6888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lose real money to §43B(h): pay an MSE bill late and the deduction defers to next FY; §16 interest is never deductible at all. The Payables Shield shows the exposure per bill while there is still time to pay inside the window. Compliance software the CFO actually wants.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tools serve only the supplier. Compliance reports serve only the buyer. One engine serving both sides of the same invoice is the gap.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PROOF OF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tested, and honest about modes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TESTS GREEN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779776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40 · agents 48 · tools 23 — money math pure and test-vectored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73736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8366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9312" y="254203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E2E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9312" y="2779776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journeys against the real stack, nightly in CI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73736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88366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01384" y="254203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GRAPHS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01384" y="2779776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recon, anomalies, collections, enforcer, forecast, working capital, ping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737360"/>
            <a:ext cx="2505456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883664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63456" y="2542032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IN MONEY PATHS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63456" y="2779776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deterministic; LLM only drafts words, and degrades to rules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13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Integrations, stated plainly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279392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today: bank-statement + ledger-file pipeline (CI-proven), TallyPrime HTTP-XML connector — real gateway protocol, fixture-tested, one config flag from a customer's running Tally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Sandboxed by design: email chasing and TReDS quotes — identical approval gates as production, no external side effects in 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honestly gated: Account Aggregator bank feeds require an FIU partnership (regulated-entity rule) — planned via TSP, not claimed today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owns one corner. Nobody owns the loop.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2011680"/>
                <a:gridCol w="201168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D8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CREDFLOW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D8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SUVIT / VYAPAR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D8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TALLYPRIME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A0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FINDESK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Receivables chasing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reminders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approval-gated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§15/§16 interest engine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both directions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Buyer-side 43B(h)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per-bill shield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close + provenance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entry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why-trail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forecast w/ bands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D8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dispersion-aware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agentic-close players (Digits, Truewind, Zeni) prove the category — on QuickBooks/Xero rails. India runs on Tally, and Tally is our connector, not our competitor.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ARCHITECTURE AS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are code, not prompt text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207008"/>
          </a:xfrm>
          <a:prstGeom prst="roundRect">
            <a:avLst>
              <a:gd name="adj" fmla="val 6061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 TOKENS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83280" y="1956816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Consequential tools refuse without a single-use, action-hash-bound token — enforced in the type system, no flag to disable. The email tool cannot send unapproved; the TReDS tool cannot list unapproved.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91672" cy="1207008"/>
          </a:xfrm>
          <a:prstGeom prst="roundRect">
            <a:avLst>
              <a:gd name="adj" fmla="val 6061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2841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MONEY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3328416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paise everywhere; §15/§16 and 43B(h) math is pure, test-vectored code. The LLM chooses words, never numbers — pull its API key and the product still runs.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207008"/>
          </a:xfrm>
          <a:prstGeom prst="roundRect">
            <a:avLst>
              <a:gd name="adj" fmla="val 6061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0001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+ AUDIT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4700016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hash-chained audit log; every figure traces to its source line. Built for the day a CA, a lender, or a court asks “why?”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you can hand your books to needs a cage you can inspect. Ours is in the repo, not in a system prompt.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demo-honest to market-wide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0048" cy="3383280"/>
          </a:xfrm>
          <a:prstGeom prst="roundRect">
            <a:avLst>
              <a:gd name="adj" fmla="val 2740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Pilot-ready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9808" y="28529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connector live against pilot SMEs' TallyPrime; Payables Shield as the CFO hook; 5 design-partner tenants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920240"/>
            <a:ext cx="2670048" cy="3383280"/>
          </a:xfrm>
          <a:prstGeom prst="roundRect">
            <a:avLst>
              <a:gd name="adj" fmla="val 2740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QTRS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02736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02736" y="28529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CA-firm channel (the Suvit playbook) — one CA fans out to 40+ SME clients; Zoho Books adapter on the mirrored contract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920240"/>
            <a:ext cx="2670048" cy="3383280"/>
          </a:xfrm>
          <a:prstGeom prst="roundRect">
            <a:avLst>
              <a:gd name="adj" fmla="val 2740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QTRS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55664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55664" y="28529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bank feeds via TSP + FIU partner; TReDS platform adapters replace the sandbox; GST/IMS reconciliation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07424" y="1920240"/>
            <a:ext cx="2670048" cy="3383280"/>
          </a:xfrm>
          <a:prstGeom prst="roundRect">
            <a:avLst>
              <a:gd name="adj" fmla="val 2740"/>
            </a:avLst>
          </a:prstGeom>
          <a:solidFill>
            <a:srgbClr val="1A1F2E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08592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08592" y="285292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Provenance-backed books as the SME's credit passport — the data room lenders underwrite from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ships value without the next one — statement-first works today; every integration removes a manual step, none is a precondition.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close themselves.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2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learns to fight back.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statement lands → agent reconciles with TDS reasoning → radar accrues §16 interest → Payables Shield prices the 43B(h) risk → forecast shows the gap → every action waits at the approval gate.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98348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98348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Jee8825/FinDesk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87368" y="498348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498348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founder@demo.findesk.in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07808" y="498348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222840"/>
          </a:solidFill>
          <a:ln w="9525">
            <a:solidFill>
              <a:srgbClr val="2C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98348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stress-test in docs/product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FinDesk · July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2026-07-22T18:28:30Z</dcterms:created>
  <dcterms:modified xsi:type="dcterms:W3CDTF">2026-07-22T18:28:30Z</dcterms:modified>
</cp:coreProperties>
</file>